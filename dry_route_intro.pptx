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自転車・徒歩の移動で、雨を避ける出発時刻を提案するデモアプリの紹介。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640080"/>
            <a:ext cx="1463040" cy="1463040"/>
          </a:xfrm>
          <a:prstGeom prst="ellipse">
            <a:avLst/>
          </a:prstGeom>
          <a:solidFill>
            <a:srgbClr val="1FA3B8">
              <a:alpha val="30000"/>
            </a:srgbClr>
          </a:solidFill>
          <a:ln w="12700">
            <a:solidFill>
              <a:srgbClr val="1FA3B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2103120"/>
            <a:ext cx="914400" cy="914400"/>
          </a:xfrm>
          <a:prstGeom prst="ellipse">
            <a:avLst/>
          </a:prstGeom>
          <a:solidFill>
            <a:srgbClr val="1FA3B8">
              <a:alpha val="30000"/>
            </a:srgbClr>
          </a:solidFill>
          <a:ln w="12700">
            <a:solidFill>
              <a:srgbClr val="1FA3B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3108960"/>
            <a:ext cx="640080" cy="640080"/>
          </a:xfrm>
          <a:prstGeom prst="ellipse">
            <a:avLst/>
          </a:prstGeom>
          <a:solidFill>
            <a:srgbClr val="1FA3B8">
              <a:alpha val="30000"/>
            </a:srgbClr>
          </a:solidFill>
          <a:ln w="12700">
            <a:solidFill>
              <a:srgbClr val="1FA3B8">
                <a:alpha val="3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dry_route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濡れない経路・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出発時刻ナビ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747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気象庁の降水ナウキャスト × OSRM で、「いつ出発すれば雨に当たらないか」を判定する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何をするアプリか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気象庁 / OpenStreetMap</a:t>
            </a:r>
            <a:endParaRPr lang="en-US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18872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EAF4F8"/>
          </a:solidFill>
          <a:ln w="12700">
            <a:solidFill>
              <a:srgbClr val="EAF4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984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自転車・徒歩の移動中は、雨に降られると濡れる。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「今出る？ 少し待つ？」を、地点ごとの雨の予測から判断したい。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754880" y="118872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EAF4F8"/>
          </a:solidFill>
          <a:ln w="12700">
            <a:solidFill>
              <a:srgbClr val="EA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2984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解決策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7373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指定した経路の各地点に、いつ着くかを計算し、そのときそこが雨かを60分先までのナウキャストで判定。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濡れる地点が最少の出発時刻を推薦する。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仕組み: 6ステップ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気象庁 / OpenStreetMap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EAF4F8"/>
          </a:solidFill>
          <a:ln w="12700">
            <a:solidFill>
              <a:srgbClr val="EA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1FA3B8"/>
          </a:solidFill>
          <a:ln w="12700">
            <a:solidFill>
              <a:srgbClr val="1FA3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ナウキャスト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時刻取得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5分毎12コマ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EAF4F8"/>
          </a:solidFill>
          <a:ln w="12700">
            <a:solidFill>
              <a:srgbClr val="EAF4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417320"/>
            <a:ext cx="457200" cy="457200"/>
          </a:xfrm>
          <a:prstGeom prst="ellipse">
            <a:avLst/>
          </a:prstGeom>
          <a:solidFill>
            <a:srgbClr val="1FA3B8"/>
          </a:solidFill>
          <a:ln w="12700">
            <a:solidFill>
              <a:srgbClr val="1FA3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371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経路を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道路にスナップ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OSRM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EAF4F8"/>
          </a:solidFill>
          <a:ln w="12700">
            <a:solidFill>
              <a:srgbClr val="EAF4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457200" cy="457200"/>
          </a:xfrm>
          <a:prstGeom prst="ellipse">
            <a:avLst/>
          </a:prstGeom>
          <a:solidFill>
            <a:srgbClr val="1FA3B8"/>
          </a:solidFill>
          <a:ln w="12700">
            <a:solidFill>
              <a:srgbClr val="1FA3B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371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等間隔に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再サンプリング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累積距離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EAF4F8"/>
          </a:solidFill>
          <a:ln w="12700">
            <a:solidFill>
              <a:srgbClr val="EAF4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1FA3B8"/>
          </a:solidFill>
          <a:ln w="12700">
            <a:solidFill>
              <a:srgbClr val="1FA3B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063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到達時刻を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算出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840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徒歩4.8 / 自転車15km/h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91840" y="297180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EAF4F8"/>
          </a:solidFill>
          <a:ln w="12700">
            <a:solidFill>
              <a:srgbClr val="EAF4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3108960"/>
            <a:ext cx="457200" cy="457200"/>
          </a:xfrm>
          <a:prstGeom prst="ellipse">
            <a:avLst/>
          </a:prstGeom>
          <a:solidFill>
            <a:srgbClr val="1FA3B8"/>
          </a:solidFill>
          <a:ln w="12700">
            <a:solidFill>
              <a:srgbClr val="1FA3B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90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3063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タイルのα値で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雨判定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474720" y="3840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降雨あり=α255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35040" y="297180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EAF4F8"/>
          </a:solidFill>
          <a:ln w="12700">
            <a:solidFill>
              <a:srgbClr val="EAF4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3108960"/>
            <a:ext cx="457200" cy="45720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722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3063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最良の出発時刻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を推薦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3840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0〜60分後・5分刻み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検証結果: 一部GO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気象庁 / OpenStreetMap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A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無認証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降水ナウキャストの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タイルを取得できた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280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A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α値のみ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降雨の有無を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機械的に判定できた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280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A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1823m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東京駅→皇居外苑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道路経路（直線1366m）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8046720" cy="1463040"/>
          </a:xfrm>
          <a:prstGeom prst="roundRect">
            <a:avLst>
              <a:gd name="adj" fmla="val 6250"/>
            </a:avLst>
          </a:prstGeom>
          <a:solidFill>
            <a:srgbClr val="12395F"/>
          </a:solidFill>
          <a:ln w="12700">
            <a:solidFill>
              <a:srgbClr val="1239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154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奄美市名瀬の実データ検証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0〜15分後・25〜30分後の出発は濡れ率0%。20分後だけ40%濡れる。エコーの通過を正しく検出できた。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技術のポイント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気象庁 / OpenStreetMap</a:t>
            </a:r>
            <a:endParaRPr lang="en-US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18872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EAF4F8"/>
          </a:solidFill>
          <a:ln w="12700">
            <a:solidFill>
              <a:srgbClr val="EAF4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984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タイルのαチャンネル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256×256・4bitパレットPNG。各パレットindexにtRNSで透明度が付く。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降水なし: α=0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降水あり: α=255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強度が不要なら、これだけで雨の有無を判定できる。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754880" y="118872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EAF4F8"/>
          </a:solidFill>
          <a:ln w="12700">
            <a:solidFill>
              <a:srgbClr val="EA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2984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実装上の工夫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7373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・OSRMが極端に迂回したら（直線の3倍超）直線にフォールバック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・奇数ズームは空タイルのため偶数ズームに固定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・最良でも濡れ率50%超なら赤で警告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Webアプリ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気象庁 / OpenStreetMap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1FA3B8"/>
          </a:solidFill>
          <a:ln w="12700">
            <a:solidFill>
              <a:srgbClr val="1FA3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地図に降雨タイルを重ね表示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Leaflet + OpenStreetMap。スライダーで実況〜60分先を切替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1FA3B8"/>
          </a:solidFill>
          <a:ln w="12700">
            <a:solidFill>
              <a:srgbClr val="1FA3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057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経由地を2点以上クリック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OSRMで道路に沿った経路へスナップ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1FA3B8"/>
          </a:solidFill>
          <a:ln w="12700">
            <a:solidFill>
              <a:srgbClr val="1FA3B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出発時刻の推薦テーブル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濡れ率で色分け: 緑0% / 黄50%未満 / 赤50%以上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1FA3B8"/>
          </a:solidFill>
          <a:ln w="12700">
            <a:solidFill>
              <a:srgbClr val="1FA3B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表示範囲・地域を記憶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localStorageのみ。サーバーには送らない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なぜサーバーが必要か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気象庁 / OpenStreetMap</a:t>
            </a:r>
            <a:endParaRPr lang="en-US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EAF4F8"/>
          </a:solidFill>
          <a:ln w="12700">
            <a:solidFill>
              <a:srgbClr val="EAF4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898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鮮度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ナウキャストは60分先まで。事前計算した静的サイトは数分で無意味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9184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EAF4F8"/>
          </a:solidFill>
          <a:ln w="12700">
            <a:solidFill>
              <a:srgbClr val="EA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3898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CORS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8288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気象庁のJSONにCORSヘッダーが無く、ブラウザから直接取得できない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603504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EAF4F8"/>
          </a:solidFill>
          <a:ln w="12700">
            <a:solidFill>
              <a:srgbClr val="EAF4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3898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canvas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8288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CORS無し画像は読み取りがブロックされ、αを判定できない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57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server.py が気象庁・OSRMへの取得を代行。読み取り専用で、機密データは持たない。GitHub Pagesでは公開できないためRenderにデプロイ。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限界と次のステップ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気象庁 / OpenStreetMap</a:t>
            </a:r>
            <a:endParaRPr lang="en-US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18872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EAF4F8"/>
          </a:solidFill>
          <a:ln w="12700">
            <a:solidFill>
              <a:srgbClr val="EAF4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984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限界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・降雨強度を区別しない（二値判定）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・予測は60分先まで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・OSRMはデモ用途の公開サーバー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・タイルは1点サンプリング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・経由地は地図クリックのみ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754880" y="118872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EAF4F8"/>
          </a:solidFill>
          <a:ln w="12700">
            <a:solidFill>
              <a:srgbClr val="EA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2984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次にやるなら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7373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・パレット色の強度で比較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・「あと5分待てば止む」をLLMで文章化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・住所検索・現在地取得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・Render無料枠のスリープ対策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気象庁の無認証データだけで「濡れない出発時刻」を判定できる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αチャンネル判定とOSRMの組み合わせで軽量に実現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強度考慮・自然言語提案が次の課題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公開デモ: https://dry-route.onrender.com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Render無料プランのため、初回アクセスは数十秒かかる場合あり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dry_route 濡れない経路・出発時刻ナビ</dc:title>
  <dc:subject>PptxGenJS Presentation</dc:subject>
  <dc:creator>PptxGenJS</dc:creator>
  <cp:lastModifiedBy>PptxGenJS</cp:lastModifiedBy>
  <cp:revision>1</cp:revision>
  <dcterms:created xsi:type="dcterms:W3CDTF">2026-10-16T07:03:24Z</dcterms:created>
  <dcterms:modified xsi:type="dcterms:W3CDTF">2026-10-16T07:03:24Z</dcterms:modified>
</cp:coreProperties>
</file>